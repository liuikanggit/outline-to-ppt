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3" r:id="rId3"/>
  </p:sldMasterIdLst>
  <p:notesMasterIdLst>
    <p:notesMasterId r:id="rId9"/>
  </p:notesMasterIdLst>
  <p:handoutMasterIdLst>
    <p:handoutMasterId r:id="rId10"/>
  </p:handoutMasterIdLst>
  <p:sldIdLst>
    <p:sldId id="257" r:id="rId4"/>
    <p:sldId id="3958" r:id="rId5"/>
    <p:sldId id="3959" r:id="rId6"/>
    <p:sldId id="3960" r:id="rId7"/>
    <p:sldId id="3946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4040"/>
    <a:srgbClr val="0432FF"/>
    <a:srgbClr val="F5F5F9"/>
    <a:srgbClr val="FF6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58"/>
    <p:restoredTop sz="94766"/>
  </p:normalViewPr>
  <p:slideViewPr>
    <p:cSldViewPr snapToGrid="0">
      <p:cViewPr varScale="1">
        <p:scale>
          <a:sx n="98" d="100"/>
          <a:sy n="98" d="100"/>
        </p:scale>
        <p:origin x="216" y="480"/>
      </p:cViewPr>
      <p:guideLst/>
    </p:cSldViewPr>
  </p:slideViewPr>
  <p:notesTextViewPr>
    <p:cViewPr>
      <p:scale>
        <a:sx n="80" d="100"/>
        <a:sy n="80" d="100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4024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3348CC-58E9-9140-8494-3F4BA61213F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60ACB5-120B-A849-ACB6-7E327AE9452F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C999D7-7F99-3746-A50A-4B7C9FF226AD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2CF82D-95E2-784D-9EEF-51030EC893A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0BE2EF-1EFC-9B46-889F-4515A4DBBA70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87016-819A-5341-A389-7551C78F7E3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C389F-5C18-E04C-BAC7-584A3B16DFF8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87016-819A-5341-A389-7551C78F7E3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C389F-5C18-E04C-BAC7-584A3B16DFF8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87016-819A-5341-A389-7551C78F7E3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C389F-5C18-E04C-BAC7-584A3B16DFF8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87016-819A-5341-A389-7551C78F7E3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C389F-5C18-E04C-BAC7-584A3B16DFF8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87016-819A-5341-A389-7551C78F7E3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C389F-5C18-E04C-BAC7-584A3B16DFF8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87016-819A-5341-A389-7551C78F7E3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C389F-5C18-E04C-BAC7-584A3B16DFF8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87016-819A-5341-A389-7551C78F7E3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C389F-5C18-E04C-BAC7-584A3B16DFF8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87016-819A-5341-A389-7551C78F7E3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C389F-5C18-E04C-BAC7-584A3B16DFF8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87016-819A-5341-A389-7551C78F7E3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C389F-5C18-E04C-BAC7-584A3B16DFF8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87016-819A-5341-A389-7551C78F7E3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C389F-5C18-E04C-BAC7-584A3B16DFF8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87016-819A-5341-A389-7551C78F7E3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C389F-5C18-E04C-BAC7-584A3B16DFF8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板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image" Target="../media/image1.png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B87016-819A-5341-A389-7551C78F7E3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BC389F-5C18-E04C-BAC7-584A3B16DFF8}" type="slidenum">
              <a:rPr kumimoji="1" lang="zh-CN" altLang="en-US" smtClean="0"/>
            </a:fld>
            <a:endParaRPr kumimoji="1" lang="zh-CN" altLang="en-US"/>
          </a:p>
        </p:txBody>
      </p:sp>
      <p:grpSp>
        <p:nvGrpSpPr>
          <p:cNvPr id="7" name="组合 6"/>
          <p:cNvGrpSpPr/>
          <p:nvPr userDrawn="1"/>
        </p:nvGrpSpPr>
        <p:grpSpPr>
          <a:xfrm>
            <a:off x="74950" y="6526024"/>
            <a:ext cx="12041622" cy="328077"/>
            <a:chOff x="74950" y="6470604"/>
            <a:chExt cx="12041622" cy="328077"/>
          </a:xfrm>
        </p:grpSpPr>
        <p:sp>
          <p:nvSpPr>
            <p:cNvPr id="8" name="文本框 7"/>
            <p:cNvSpPr txBox="1"/>
            <p:nvPr/>
          </p:nvSpPr>
          <p:spPr>
            <a:xfrm>
              <a:off x="10129926" y="6470604"/>
              <a:ext cx="198664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>
                <a:contourClr>
                  <a:schemeClr val="bg1"/>
                </a:contourClr>
              </a:sp3d>
            </a:bodyPr>
            <a:lstStyle/>
            <a:p>
              <a:pPr algn="r"/>
              <a:r>
                <a:rPr lang="zh-CN" altLang="en-US" sz="800" b="0" i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Microsoft YaHei Light" panose="020B0503020204020204" pitchFamily="34" charset="-122"/>
                  <a:ea typeface="Microsoft YaHei Light" panose="020B0503020204020204" pitchFamily="34" charset="-122"/>
                  <a:cs typeface="阿里巴巴普惠体 H" panose="00020600040101010101" pitchFamily="18" charset="-122"/>
                </a:rPr>
                <a:t>真材实料</a:t>
              </a:r>
              <a:r>
                <a:rPr lang="en-US" altLang="zh-CN" sz="800" b="0" i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Microsoft YaHei Light" panose="020B0503020204020204" pitchFamily="34" charset="-122"/>
                  <a:ea typeface="Microsoft YaHei Light" panose="020B0503020204020204" pitchFamily="34" charset="-122"/>
                  <a:cs typeface="阿里巴巴普惠体 H" panose="00020600040101010101" pitchFamily="18" charset="-122"/>
                </a:rPr>
                <a:t>   </a:t>
              </a:r>
              <a:r>
                <a:rPr lang="zh-CN" altLang="en-US" sz="800" b="0" i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Microsoft YaHei Light" panose="020B0503020204020204" pitchFamily="34" charset="-122"/>
                  <a:ea typeface="Microsoft YaHei Light" panose="020B0503020204020204" pitchFamily="34" charset="-122"/>
                  <a:cs typeface="阿里巴巴普惠体 H" panose="00020600040101010101" pitchFamily="18" charset="-122"/>
                </a:rPr>
                <a:t>最佳实践</a:t>
              </a:r>
              <a:endParaRPr lang="zh-CN" altLang="en-US" sz="8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  <a:cs typeface="阿里巴巴普惠体 H" panose="00020600040101010101" pitchFamily="18" charset="-122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74950" y="6470604"/>
              <a:ext cx="2160000" cy="191463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>
                <a:contourClr>
                  <a:schemeClr val="bg1"/>
                </a:contourClr>
              </a:sp3d>
            </a:bodyPr>
            <a:lstStyle>
              <a:defPPr>
                <a:defRPr lang="en-US"/>
              </a:defPPr>
              <a:lvl1pPr algn="ctr">
                <a:defRPr sz="800">
                  <a:solidFill>
                    <a:schemeClr val="bg1">
                      <a:lumMod val="65000"/>
                    </a:schemeClr>
                  </a:solidFill>
                  <a:latin typeface="Microsoft YaHei Light" panose="020B0503020204020204" pitchFamily="34" charset="-122"/>
                  <a:ea typeface="Microsoft YaHei Light" panose="020B0503020204020204" pitchFamily="34" charset="-122"/>
                  <a:cs typeface="阿里巴巴普惠体 H" panose="00020600040101010101" pitchFamily="18" charset="-122"/>
                </a:defRPr>
              </a:lvl1pPr>
            </a:lstStyle>
            <a:p>
              <a:pPr algn="l"/>
              <a:r>
                <a:rPr lang="zh-CN" altLang="en-US" b="0" i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Microsoft YaHei Light" panose="020B0503020204020204" pitchFamily="34" charset="-122"/>
                  <a:ea typeface="Microsoft YaHei Light" panose="020B0503020204020204" pitchFamily="34" charset="-122"/>
                </a:rPr>
                <a:t>为更多的优秀企业创造价值</a:t>
              </a:r>
              <a:endParaRPr lang="en-US" altLang="zh-CN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74950" y="6583237"/>
              <a:ext cx="3596217" cy="1913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GB" altLang="zh-CN" sz="800" b="0" i="0" dirty="0">
                  <a:solidFill>
                    <a:schemeClr val="bg1">
                      <a:lumMod val="65000"/>
                    </a:schemeClr>
                  </a:solidFill>
                  <a:latin typeface="Microsoft YaHei Light" panose="020B0503020204020204" pitchFamily="34" charset="-122"/>
                  <a:ea typeface="Microsoft YaHei Light" panose="020B0503020204020204" pitchFamily="34" charset="-122"/>
                  <a:cs typeface="Calibri Light" panose="020F0302020204030204" pitchFamily="34" charset="0"/>
                </a:rPr>
                <a:t>Create value for more excellent enterprises</a:t>
              </a:r>
              <a:endParaRPr lang="zh-CN" altLang="en-US" sz="800" b="0" i="0" dirty="0">
                <a:solidFill>
                  <a:schemeClr val="bg1">
                    <a:lumMod val="6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  <a:cs typeface="Calibri Light" panose="020F0302020204030204" pitchFamily="34" charset="0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9956572" y="6583237"/>
              <a:ext cx="2160000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800" b="0" i="0">
                  <a:solidFill>
                    <a:schemeClr val="bg1">
                      <a:lumMod val="65000"/>
                    </a:schemeClr>
                  </a:solidFill>
                  <a:latin typeface="Microsoft YaHei Light" panose="020B0503020204020204" pitchFamily="34" charset="-122"/>
                  <a:ea typeface="Microsoft YaHei Light" panose="020B0503020204020204" pitchFamily="34" charset="-122"/>
                  <a:cs typeface="Calibri Light" panose="020F0302020204030204" pitchFamily="34" charset="0"/>
                </a:defRPr>
              </a:lvl1pPr>
            </a:lstStyle>
            <a:p>
              <a:pPr lvl="0" algn="r"/>
              <a:r>
                <a:rPr lang="en-US" altLang="zh-CN" dirty="0"/>
                <a:t>Best Practices for Authentic Materials</a:t>
              </a:r>
              <a:endParaRPr lang="en-US" altLang="zh-CN" dirty="0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3958110" y="6565177"/>
              <a:ext cx="4275781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800" b="0" i="0">
                  <a:solidFill>
                    <a:schemeClr val="bg1">
                      <a:lumMod val="65000"/>
                    </a:schemeClr>
                  </a:solidFill>
                  <a:latin typeface="Microsoft YaHei Light" panose="020B0503020204020204" pitchFamily="34" charset="-122"/>
                  <a:ea typeface="Microsoft YaHei Light" panose="020B0503020204020204" pitchFamily="34" charset="-122"/>
                  <a:cs typeface="Calibri Light" panose="020F0302020204030204" pitchFamily="34" charset="0"/>
                </a:defRPr>
              </a:lvl1pPr>
            </a:lstStyle>
            <a:p>
              <a:pPr lvl="0" algn="ctr"/>
              <a:r>
                <a:rPr lang="zh-CN" altLang="en-US" dirty="0"/>
                <a:t>Guangdong Zhenjia Enterprise Management Consulting Co., Ltd.</a:t>
              </a:r>
              <a:endParaRPr lang="zh-CN" altLang="en-US" dirty="0"/>
            </a:p>
          </p:txBody>
        </p:sp>
      </p:grpSp>
      <p:grpSp>
        <p:nvGrpSpPr>
          <p:cNvPr id="13" name="组合 12"/>
          <p:cNvGrpSpPr/>
          <p:nvPr userDrawn="1"/>
        </p:nvGrpSpPr>
        <p:grpSpPr>
          <a:xfrm>
            <a:off x="-300990" y="57785"/>
            <a:ext cx="2278380" cy="384175"/>
            <a:chOff x="-474" y="91"/>
            <a:chExt cx="3588" cy="605"/>
          </a:xfrm>
        </p:grpSpPr>
        <p:sp>
          <p:nvSpPr>
            <p:cNvPr id="20" name="文本框 19"/>
            <p:cNvSpPr txBox="1"/>
            <p:nvPr userDrawn="1"/>
          </p:nvSpPr>
          <p:spPr>
            <a:xfrm>
              <a:off x="-474" y="91"/>
              <a:ext cx="3588" cy="41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 kumimoji="1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algn="ctr"/>
              <a:r>
                <a:rPr lang="zh-CN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真佳咨询 </a:t>
              </a:r>
              <a:endPara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pic>
          <p:nvPicPr>
            <p:cNvPr id="21" name="图片 20" descr="IMG_2662"/>
            <p:cNvPicPr>
              <a:picLocks noChangeAspect="1" noChangeArrowheads="1"/>
            </p:cNvPicPr>
            <p:nvPr userDrawn="1"/>
          </p:nvPicPr>
          <p:blipFill rotWithShape="1"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801" t="16200" r="31934" b="41629"/>
            <a:stretch>
              <a:fillRect/>
            </a:stretch>
          </p:blipFill>
          <p:spPr bwMode="auto">
            <a:xfrm>
              <a:off x="37" y="104"/>
              <a:ext cx="944" cy="5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" name="文本框 21"/>
            <p:cNvSpPr txBox="1"/>
            <p:nvPr userDrawn="1"/>
          </p:nvSpPr>
          <p:spPr>
            <a:xfrm>
              <a:off x="739" y="332"/>
              <a:ext cx="1171" cy="3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 sz="900">
                  <a:solidFill>
                    <a:schemeClr val="tx1">
                      <a:lumMod val="50000"/>
                      <a:lumOff val="50000"/>
                    </a:schemeClr>
                  </a:solidFill>
                </a:defRPr>
              </a:lvl1pPr>
            </a:lstStyle>
            <a:p>
              <a:pPr algn="dist"/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ZEN</a:t>
              </a: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LEAN</a:t>
              </a:r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 userDrawn="1"/>
        </p:nvGrpSpPr>
        <p:grpSpPr>
          <a:xfrm>
            <a:off x="6639560" y="-15875"/>
            <a:ext cx="1746250" cy="381000"/>
            <a:chOff x="6908440" y="790005"/>
            <a:chExt cx="997398" cy="400620"/>
          </a:xfrm>
        </p:grpSpPr>
        <p:sp>
          <p:nvSpPr>
            <p:cNvPr id="18" name="同侧圆角矩形 17"/>
            <p:cNvSpPr/>
            <p:nvPr userDrawn="1"/>
          </p:nvSpPr>
          <p:spPr>
            <a:xfrm rot="10800000">
              <a:off x="7011632" y="790005"/>
              <a:ext cx="791014" cy="400620"/>
            </a:xfrm>
            <a:prstGeom prst="round2SameRect">
              <a:avLst>
                <a:gd name="adj1" fmla="val 25758"/>
                <a:gd name="adj2" fmla="val 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3" name="任意形状 22"/>
            <p:cNvSpPr/>
            <p:nvPr userDrawn="1"/>
          </p:nvSpPr>
          <p:spPr>
            <a:xfrm>
              <a:off x="6908440" y="790005"/>
              <a:ext cx="103192" cy="103192"/>
            </a:xfrm>
            <a:custGeom>
              <a:avLst/>
              <a:gdLst>
                <a:gd name="connsiteX0" fmla="*/ 0 w 103192"/>
                <a:gd name="connsiteY0" fmla="*/ 0 h 103192"/>
                <a:gd name="connsiteX1" fmla="*/ 103192 w 103192"/>
                <a:gd name="connsiteY1" fmla="*/ 0 h 103192"/>
                <a:gd name="connsiteX2" fmla="*/ 103192 w 103192"/>
                <a:gd name="connsiteY2" fmla="*/ 103192 h 103192"/>
                <a:gd name="connsiteX3" fmla="*/ 0 w 103192"/>
                <a:gd name="connsiteY3" fmla="*/ 0 h 103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3192" h="103192">
                  <a:moveTo>
                    <a:pt x="0" y="0"/>
                  </a:moveTo>
                  <a:lnTo>
                    <a:pt x="103192" y="0"/>
                  </a:lnTo>
                  <a:lnTo>
                    <a:pt x="103192" y="103192"/>
                  </a:lnTo>
                  <a:cubicBezTo>
                    <a:pt x="103192" y="46201"/>
                    <a:pt x="56991" y="0"/>
                    <a:pt x="0" y="0"/>
                  </a:cubicBez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任意形状 25"/>
            <p:cNvSpPr/>
            <p:nvPr userDrawn="1"/>
          </p:nvSpPr>
          <p:spPr>
            <a:xfrm flipH="1">
              <a:off x="7802646" y="790005"/>
              <a:ext cx="103192" cy="103192"/>
            </a:xfrm>
            <a:custGeom>
              <a:avLst/>
              <a:gdLst>
                <a:gd name="connsiteX0" fmla="*/ 0 w 103192"/>
                <a:gd name="connsiteY0" fmla="*/ 0 h 103192"/>
                <a:gd name="connsiteX1" fmla="*/ 103192 w 103192"/>
                <a:gd name="connsiteY1" fmla="*/ 0 h 103192"/>
                <a:gd name="connsiteX2" fmla="*/ 103192 w 103192"/>
                <a:gd name="connsiteY2" fmla="*/ 103192 h 103192"/>
                <a:gd name="connsiteX3" fmla="*/ 0 w 103192"/>
                <a:gd name="connsiteY3" fmla="*/ 0 h 103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3192" h="103192">
                  <a:moveTo>
                    <a:pt x="0" y="0"/>
                  </a:moveTo>
                  <a:lnTo>
                    <a:pt x="103192" y="0"/>
                  </a:lnTo>
                  <a:lnTo>
                    <a:pt x="103192" y="103192"/>
                  </a:lnTo>
                  <a:cubicBezTo>
                    <a:pt x="103192" y="46201"/>
                    <a:pt x="56991" y="0"/>
                    <a:pt x="0" y="0"/>
                  </a:cubicBez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8" name="文本框 27"/>
          <p:cNvSpPr txBox="1"/>
          <p:nvPr userDrawn="1"/>
        </p:nvSpPr>
        <p:spPr>
          <a:xfrm>
            <a:off x="6765290" y="6350"/>
            <a:ext cx="1468755" cy="3803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kumimoji="1" lang="zh-CN" altLang="en-US" sz="1200" b="1" i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一级章节名称</a:t>
            </a:r>
            <a:br>
              <a:rPr kumimoji="1" lang="zh-CN" altLang="en-US" sz="1200" b="1" i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kumimoji="1" lang="en-GB" altLang="zh-CN" sz="600" i="0" dirty="0">
                <a:solidFill>
                  <a:schemeClr val="bg1">
                    <a:lumMod val="7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章节英文</a:t>
            </a:r>
            <a:r>
              <a:rPr kumimoji="1" lang="zh-CN" altLang="en-GB" sz="600" i="0" dirty="0">
                <a:solidFill>
                  <a:schemeClr val="bg1">
                    <a:lumMod val="7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名称</a:t>
            </a:r>
            <a:endParaRPr kumimoji="1" lang="zh-CN" altLang="en-GB" sz="600" i="0" dirty="0">
              <a:solidFill>
                <a:schemeClr val="bg1">
                  <a:lumMod val="75000"/>
                </a:schemeClr>
              </a:solidFill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</p:txBody>
      </p:sp>
      <p:sp>
        <p:nvSpPr>
          <p:cNvPr id="29" name="文本框 28"/>
          <p:cNvSpPr txBox="1"/>
          <p:nvPr userDrawn="1"/>
        </p:nvSpPr>
        <p:spPr>
          <a:xfrm>
            <a:off x="8162290" y="6350"/>
            <a:ext cx="14681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200" b="1" i="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一级章节名称</a:t>
            </a:r>
            <a:endParaRPr kumimoji="1" lang="en-US" altLang="zh-CN" sz="1200" b="1" i="0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kumimoji="1" lang="zh-CN" altLang="en-GB" sz="600" b="0" i="0" dirty="0">
                <a:solidFill>
                  <a:schemeClr val="bg1">
                    <a:lumMod val="7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章节英文名称</a:t>
            </a:r>
            <a:endParaRPr kumimoji="1" lang="zh-CN" altLang="en-US" sz="600" b="0" i="0" dirty="0">
              <a:solidFill>
                <a:schemeClr val="bg1">
                  <a:lumMod val="75000"/>
                </a:schemeClr>
              </a:solidFill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</p:txBody>
      </p:sp>
      <p:sp>
        <p:nvSpPr>
          <p:cNvPr id="30" name="文本框 29"/>
          <p:cNvSpPr txBox="1"/>
          <p:nvPr userDrawn="1"/>
        </p:nvSpPr>
        <p:spPr>
          <a:xfrm>
            <a:off x="9515475" y="19050"/>
            <a:ext cx="13004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200" b="1" i="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一级章节名称</a:t>
            </a:r>
            <a:endParaRPr kumimoji="1" lang="en-US" altLang="zh-CN" sz="1200" b="1" i="0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kumimoji="1" lang="zh-CN" altLang="en-GB" sz="600" dirty="0">
                <a:solidFill>
                  <a:schemeClr val="bg1">
                    <a:lumMod val="7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  <a:sym typeface="+mn-ea"/>
              </a:rPr>
              <a:t>章节英文名称</a:t>
            </a:r>
            <a:endParaRPr kumimoji="1" lang="zh-CN" altLang="en-US" sz="600" b="0" i="0" dirty="0">
              <a:solidFill>
                <a:schemeClr val="bg1">
                  <a:lumMod val="75000"/>
                </a:schemeClr>
              </a:solidFill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</p:txBody>
      </p:sp>
      <p:sp>
        <p:nvSpPr>
          <p:cNvPr id="31" name="文本框 30"/>
          <p:cNvSpPr txBox="1"/>
          <p:nvPr userDrawn="1"/>
        </p:nvSpPr>
        <p:spPr>
          <a:xfrm>
            <a:off x="10815955" y="19050"/>
            <a:ext cx="13004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200" b="1" i="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一级章节名称</a:t>
            </a:r>
            <a:endParaRPr kumimoji="1" lang="en-US" altLang="zh-CN" sz="1200" b="1" i="0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kumimoji="1" lang="zh-CN" altLang="en-GB" sz="600" dirty="0">
                <a:solidFill>
                  <a:schemeClr val="bg1">
                    <a:lumMod val="7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  <a:sym typeface="+mn-ea"/>
              </a:rPr>
              <a:t>章节英文名称</a:t>
            </a:r>
            <a:endParaRPr kumimoji="1" lang="zh-CN" altLang="en-US" sz="600" b="0" i="0" dirty="0">
              <a:solidFill>
                <a:schemeClr val="bg1">
                  <a:lumMod val="75000"/>
                </a:schemeClr>
              </a:solidFill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</p:txBody>
      </p:sp>
      <p:grpSp>
        <p:nvGrpSpPr>
          <p:cNvPr id="32" name="组合 31"/>
          <p:cNvGrpSpPr/>
          <p:nvPr userDrawn="1"/>
        </p:nvGrpSpPr>
        <p:grpSpPr>
          <a:xfrm>
            <a:off x="74950" y="6526024"/>
            <a:ext cx="12041622" cy="328077"/>
            <a:chOff x="74950" y="6470604"/>
            <a:chExt cx="12041622" cy="328077"/>
          </a:xfrm>
        </p:grpSpPr>
        <p:sp>
          <p:nvSpPr>
            <p:cNvPr id="33" name="文本框 32"/>
            <p:cNvSpPr txBox="1"/>
            <p:nvPr/>
          </p:nvSpPr>
          <p:spPr>
            <a:xfrm>
              <a:off x="10129926" y="6470604"/>
              <a:ext cx="198664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>
                <a:contourClr>
                  <a:schemeClr val="bg1"/>
                </a:contourClr>
              </a:sp3d>
            </a:bodyPr>
            <a:lstStyle/>
            <a:p>
              <a:pPr algn="r"/>
              <a:r>
                <a:rPr lang="zh-CN" altLang="en-US" sz="800" b="0" i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Microsoft YaHei Light" panose="020B0503020204020204" pitchFamily="34" charset="-122"/>
                  <a:ea typeface="Microsoft YaHei Light" panose="020B0503020204020204" pitchFamily="34" charset="-122"/>
                  <a:cs typeface="阿里巴巴普惠体 H" panose="00020600040101010101" pitchFamily="18" charset="-122"/>
                </a:rPr>
                <a:t>真材实料</a:t>
              </a:r>
              <a:r>
                <a:rPr lang="en-US" altLang="zh-CN" sz="800" b="0" i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Microsoft YaHei Light" panose="020B0503020204020204" pitchFamily="34" charset="-122"/>
                  <a:ea typeface="Microsoft YaHei Light" panose="020B0503020204020204" pitchFamily="34" charset="-122"/>
                  <a:cs typeface="阿里巴巴普惠体 H" panose="00020600040101010101" pitchFamily="18" charset="-122"/>
                </a:rPr>
                <a:t>   </a:t>
              </a:r>
              <a:r>
                <a:rPr lang="zh-CN" altLang="en-US" sz="800" b="0" i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Microsoft YaHei Light" panose="020B0503020204020204" pitchFamily="34" charset="-122"/>
                  <a:ea typeface="Microsoft YaHei Light" panose="020B0503020204020204" pitchFamily="34" charset="-122"/>
                  <a:cs typeface="阿里巴巴普惠体 H" panose="00020600040101010101" pitchFamily="18" charset="-122"/>
                </a:rPr>
                <a:t>最佳实践</a:t>
              </a:r>
              <a:endParaRPr lang="zh-CN" altLang="en-US" sz="8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  <a:cs typeface="阿里巴巴普惠体 H" panose="00020600040101010101" pitchFamily="18" charset="-122"/>
              </a:endParaRPr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74950" y="6470604"/>
              <a:ext cx="2160000" cy="191463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>
                <a:contourClr>
                  <a:schemeClr val="bg1"/>
                </a:contourClr>
              </a:sp3d>
            </a:bodyPr>
            <a:lstStyle>
              <a:defPPr>
                <a:defRPr lang="en-US"/>
              </a:defPPr>
              <a:lvl1pPr algn="ctr">
                <a:defRPr sz="800">
                  <a:solidFill>
                    <a:schemeClr val="bg1">
                      <a:lumMod val="65000"/>
                    </a:schemeClr>
                  </a:solidFill>
                  <a:latin typeface="Microsoft YaHei Light" panose="020B0503020204020204" pitchFamily="34" charset="-122"/>
                  <a:ea typeface="Microsoft YaHei Light" panose="020B0503020204020204" pitchFamily="34" charset="-122"/>
                  <a:cs typeface="阿里巴巴普惠体 H" panose="00020600040101010101" pitchFamily="18" charset="-122"/>
                </a:defRPr>
              </a:lvl1pPr>
            </a:lstStyle>
            <a:p>
              <a:pPr algn="l"/>
              <a:r>
                <a:rPr lang="zh-CN" altLang="en-US" b="0" i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Microsoft YaHei Light" panose="020B0503020204020204" pitchFamily="34" charset="-122"/>
                  <a:ea typeface="Microsoft YaHei Light" panose="020B0503020204020204" pitchFamily="34" charset="-122"/>
                </a:rPr>
                <a:t>为更多的优秀企业创造价值</a:t>
              </a:r>
              <a:endParaRPr lang="en-US" altLang="zh-CN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endParaRP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74950" y="6583237"/>
              <a:ext cx="3596217" cy="1913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GB" altLang="zh-CN" sz="800" b="0" i="0" dirty="0">
                  <a:solidFill>
                    <a:schemeClr val="bg1">
                      <a:lumMod val="65000"/>
                    </a:schemeClr>
                  </a:solidFill>
                  <a:latin typeface="Microsoft YaHei Light" panose="020B0503020204020204" pitchFamily="34" charset="-122"/>
                  <a:ea typeface="Microsoft YaHei Light" panose="020B0503020204020204" pitchFamily="34" charset="-122"/>
                  <a:cs typeface="Calibri Light" panose="020F0302020204030204" pitchFamily="34" charset="0"/>
                </a:rPr>
                <a:t>Create value for more excellent enterprises</a:t>
              </a:r>
              <a:endParaRPr lang="zh-CN" altLang="en-US" sz="800" b="0" i="0" dirty="0">
                <a:solidFill>
                  <a:schemeClr val="bg1">
                    <a:lumMod val="6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  <a:cs typeface="Calibri Light" panose="020F0302020204030204" pitchFamily="34" charset="0"/>
              </a:endParaRPr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9956572" y="6583237"/>
              <a:ext cx="2160000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800" b="0" i="0">
                  <a:solidFill>
                    <a:schemeClr val="bg1">
                      <a:lumMod val="65000"/>
                    </a:schemeClr>
                  </a:solidFill>
                  <a:latin typeface="Microsoft YaHei Light" panose="020B0503020204020204" pitchFamily="34" charset="-122"/>
                  <a:ea typeface="Microsoft YaHei Light" panose="020B0503020204020204" pitchFamily="34" charset="-122"/>
                  <a:cs typeface="Calibri Light" panose="020F0302020204030204" pitchFamily="34" charset="0"/>
                </a:defRPr>
              </a:lvl1pPr>
            </a:lstStyle>
            <a:p>
              <a:pPr lvl="0" algn="r"/>
              <a:r>
                <a:rPr lang="en-US" altLang="zh-CN" dirty="0"/>
                <a:t>Best Practices for Authentic Materials</a:t>
              </a:r>
              <a:endParaRPr lang="en-US" altLang="zh-CN" dirty="0"/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3958110" y="6565177"/>
              <a:ext cx="4275781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800" b="0" i="0">
                  <a:solidFill>
                    <a:schemeClr val="bg1">
                      <a:lumMod val="65000"/>
                    </a:schemeClr>
                  </a:solidFill>
                  <a:latin typeface="Microsoft YaHei Light" panose="020B0503020204020204" pitchFamily="34" charset="-122"/>
                  <a:ea typeface="Microsoft YaHei Light" panose="020B0503020204020204" pitchFamily="34" charset="-122"/>
                  <a:cs typeface="Calibri Light" panose="020F0302020204030204" pitchFamily="34" charset="0"/>
                </a:defRPr>
              </a:lvl1pPr>
            </a:lstStyle>
            <a:p>
              <a:pPr lvl="0" algn="ctr"/>
              <a:r>
                <a:rPr lang="zh-CN" altLang="en-US" dirty="0"/>
                <a:t>Guangdong Zhenjia Enterprise Management Consulting Co., Ltd.</a:t>
              </a:r>
              <a:endParaRPr lang="zh-CN" altLang="en-US" dirty="0"/>
            </a:p>
          </p:txBody>
        </p:sp>
      </p:grpSp>
      <p:sp>
        <p:nvSpPr>
          <p:cNvPr id="38" name="文本框 37"/>
          <p:cNvSpPr txBox="1"/>
          <p:nvPr userDrawn="1"/>
        </p:nvSpPr>
        <p:spPr>
          <a:xfrm>
            <a:off x="7581216" y="441960"/>
            <a:ext cx="4431128" cy="338553"/>
          </a:xfrm>
          <a:prstGeom prst="roundRect">
            <a:avLst>
              <a:gd name="adj" fmla="val 50000"/>
            </a:avLst>
          </a:prstGeom>
          <a:solidFill>
            <a:srgbClr val="F5F5F9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kumimoji="1" lang="en-US" altLang="zh-C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2</a:t>
            </a:r>
            <a:r>
              <a:rPr kumimoji="1" lang="zh-CN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级章节名称    </a:t>
            </a:r>
            <a:r>
              <a:rPr kumimoji="1" lang="zh-CN" altLang="en-US" sz="1200" dirty="0">
                <a:solidFill>
                  <a:schemeClr val="bg1">
                    <a:lumMod val="7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</a:t>
            </a:r>
            <a:r>
              <a:rPr kumimoji="1" lang="en-US" altLang="zh-CN" sz="1200" dirty="0">
                <a:solidFill>
                  <a:schemeClr val="bg1">
                    <a:lumMod val="7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2</a:t>
            </a:r>
            <a:r>
              <a:rPr kumimoji="1" lang="zh-CN" altLang="en-US" sz="1200" dirty="0">
                <a:solidFill>
                  <a:schemeClr val="bg1">
                    <a:lumMod val="7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级章节名称      </a:t>
            </a:r>
            <a:r>
              <a:rPr kumimoji="1" lang="en-US" altLang="zh-CN" sz="1200" dirty="0">
                <a:solidFill>
                  <a:schemeClr val="bg1">
                    <a:lumMod val="7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  <a:sym typeface="+mn-ea"/>
              </a:rPr>
              <a:t>2</a:t>
            </a:r>
            <a:r>
              <a:rPr kumimoji="1" lang="zh-CN" altLang="en-US" sz="1200" dirty="0">
                <a:solidFill>
                  <a:schemeClr val="bg1">
                    <a:lumMod val="7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  <a:sym typeface="+mn-ea"/>
              </a:rPr>
              <a:t>级章节名称</a:t>
            </a:r>
            <a:r>
              <a:rPr kumimoji="1" lang="en-US" altLang="zh-CN" sz="1200" dirty="0">
                <a:solidFill>
                  <a:schemeClr val="bg1">
                    <a:lumMod val="7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  <a:sym typeface="+mn-ea"/>
              </a:rPr>
              <a:t>   2</a:t>
            </a:r>
            <a:r>
              <a:rPr kumimoji="1" lang="zh-CN" altLang="en-US" sz="1200" dirty="0">
                <a:solidFill>
                  <a:schemeClr val="bg1">
                    <a:lumMod val="7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  <a:sym typeface="+mn-ea"/>
              </a:rPr>
              <a:t>级章节名称</a:t>
            </a:r>
            <a:r>
              <a:rPr kumimoji="1" lang="en-US" altLang="zh-CN" sz="1200" dirty="0">
                <a:solidFill>
                  <a:schemeClr val="bg1">
                    <a:lumMod val="7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  <a:sym typeface="+mn-ea"/>
              </a:rPr>
              <a:t>  </a:t>
            </a:r>
            <a:endParaRPr kumimoji="1" lang="en-US" altLang="zh-CN" sz="1200" dirty="0">
              <a:solidFill>
                <a:schemeClr val="bg1">
                  <a:lumMod val="75000"/>
                </a:schemeClr>
              </a:solidFill>
              <a:latin typeface="Microsoft YaHei Light" panose="020B0503020204020204" pitchFamily="34" charset="-122"/>
              <a:ea typeface="Microsoft YaHei Light" panose="020B0503020204020204" pitchFamily="34" charset="-122"/>
              <a:sym typeface="+mn-ea"/>
            </a:endParaRPr>
          </a:p>
        </p:txBody>
      </p:sp>
      <p:grpSp>
        <p:nvGrpSpPr>
          <p:cNvPr id="13" name="组合 12"/>
          <p:cNvGrpSpPr/>
          <p:nvPr userDrawn="1"/>
        </p:nvGrpSpPr>
        <p:grpSpPr>
          <a:xfrm>
            <a:off x="-300990" y="57785"/>
            <a:ext cx="2278380" cy="384175"/>
            <a:chOff x="-474" y="91"/>
            <a:chExt cx="3588" cy="605"/>
          </a:xfrm>
        </p:grpSpPr>
        <p:sp>
          <p:nvSpPr>
            <p:cNvPr id="20" name="文本框 19"/>
            <p:cNvSpPr txBox="1"/>
            <p:nvPr userDrawn="1"/>
          </p:nvSpPr>
          <p:spPr>
            <a:xfrm>
              <a:off x="-474" y="91"/>
              <a:ext cx="3588" cy="41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 kumimoji="1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algn="ctr"/>
              <a:r>
                <a:rPr lang="zh-CN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真佳咨询 </a:t>
              </a:r>
              <a:endPara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pic>
          <p:nvPicPr>
            <p:cNvPr id="2" name="图片 1" descr="IMG_2662"/>
            <p:cNvPicPr>
              <a:picLocks noChangeAspect="1" noChangeArrowheads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801" t="16200" r="31934" b="41629"/>
            <a:stretch>
              <a:fillRect/>
            </a:stretch>
          </p:blipFill>
          <p:spPr bwMode="auto">
            <a:xfrm>
              <a:off x="37" y="104"/>
              <a:ext cx="944" cy="5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" name="文本框 21"/>
            <p:cNvSpPr txBox="1"/>
            <p:nvPr userDrawn="1"/>
          </p:nvSpPr>
          <p:spPr>
            <a:xfrm>
              <a:off x="739" y="332"/>
              <a:ext cx="1171" cy="3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 sz="900">
                  <a:solidFill>
                    <a:schemeClr val="tx1">
                      <a:lumMod val="50000"/>
                      <a:lumOff val="50000"/>
                    </a:schemeClr>
                  </a:solidFill>
                </a:defRPr>
              </a:lvl1pPr>
            </a:lstStyle>
            <a:p>
              <a:pPr algn="dist"/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ZEN</a:t>
              </a: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LEAN</a:t>
              </a:r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2.xml"/><Relationship Id="rId5" Type="http://schemas.openxmlformats.org/officeDocument/2006/relationships/tags" Target="../tags/tag2.xml"/><Relationship Id="rId4" Type="http://schemas.openxmlformats.org/officeDocument/2006/relationships/tags" Target="../tags/tag1.xml"/><Relationship Id="rId3" Type="http://schemas.openxmlformats.org/officeDocument/2006/relationships/image" Target="../media/image4.png"/><Relationship Id="rId2" Type="http://schemas.microsoft.com/office/2007/relationships/hdphoto" Target="../media/image3.wdp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/>
        </p:nvSpPr>
        <p:spPr>
          <a:xfrm>
            <a:off x="5609230" y="2402597"/>
            <a:ext cx="5496184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zh-CN" altLang="en-US" sz="4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课程名称</a:t>
            </a:r>
            <a:endParaRPr kumimoji="1" lang="en-US" altLang="zh-CN" sz="48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/>
            <a:r>
              <a:rPr kumimoji="1" lang="zh-CN" altLang="en-US" sz="1600" dirty="0">
                <a:solidFill>
                  <a:schemeClr val="bg1">
                    <a:lumMod val="6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课程名称英文</a:t>
            </a:r>
            <a:endParaRPr kumimoji="1" lang="zh-CN" altLang="en-US" sz="1600" dirty="0">
              <a:solidFill>
                <a:schemeClr val="bg1">
                  <a:lumMod val="65000"/>
                </a:schemeClr>
              </a:solidFill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6719568" y="3478862"/>
            <a:ext cx="4385947" cy="344557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b="0" dirty="0">
                <a:solidFill>
                  <a:schemeClr val="bg1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  <a:cs typeface="Calibri Light" panose="020F0302020204030204" pitchFamily="34" charset="0"/>
              </a:rPr>
              <a:t>未经授权</a:t>
            </a:r>
            <a:r>
              <a:rPr kumimoji="0" lang="zh-CN" altLang="en-US" sz="1100" b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crosoft YaHei Light" panose="020B0503020204020204" pitchFamily="34" charset="-122"/>
                <a:ea typeface="Microsoft YaHei Light" panose="020B0503020204020204" pitchFamily="34" charset="-122"/>
                <a:cs typeface="Calibri Light" panose="020F0302020204030204" pitchFamily="34" charset="0"/>
              </a:rPr>
              <a:t>严禁对本文信息进行任何披露、使用、复制或分发</a:t>
            </a:r>
            <a:endParaRPr kumimoji="1" lang="zh-CN" altLang="en-US" sz="1100" b="0" dirty="0">
              <a:solidFill>
                <a:schemeClr val="bg1"/>
              </a:solidFill>
              <a:latin typeface="Microsoft YaHei Light" panose="020B0503020204020204" pitchFamily="34" charset="-122"/>
              <a:ea typeface="Microsoft YaHei Light" panose="020B0503020204020204" pitchFamily="34" charset="-122"/>
              <a:cs typeface="Calibri Light" panose="020F030202020403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saturation sat="2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325" y="609600"/>
            <a:ext cx="4297363" cy="64452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" name="圆角矩形 2"/>
          <p:cNvSpPr/>
          <p:nvPr/>
        </p:nvSpPr>
        <p:spPr bwMode="auto">
          <a:xfrm>
            <a:off x="11156950" y="5373688"/>
            <a:ext cx="896938" cy="896937"/>
          </a:xfrm>
          <a:prstGeom prst="roundRect">
            <a:avLst>
              <a:gd name="adj" fmla="val 9028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eaLnBrk="1" hangingPunct="1">
              <a:buClr>
                <a:srgbClr val="CC9900"/>
              </a:buClr>
              <a:buFont typeface="Wingdings" panose="05000000000000000000" pitchFamily="2" charset="2"/>
              <a:buChar char="n"/>
              <a:defRPr/>
            </a:pPr>
            <a:endParaRPr lang="zh-CN" altLang="en-US" sz="1800">
              <a:solidFill>
                <a:schemeClr val="bg1">
                  <a:lumMod val="50000"/>
                </a:schemeClr>
              </a:solidFill>
              <a:latin typeface="Arial" panose="020B0604020202090204" pitchFamily="34" charset="0"/>
              <a:ea typeface="宋体" pitchFamily="2" charset="-122"/>
            </a:endParaRPr>
          </a:p>
        </p:txBody>
      </p:sp>
      <p:pic>
        <p:nvPicPr>
          <p:cNvPr id="4" name="图片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2988" y="5419725"/>
            <a:ext cx="785812" cy="785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本框 4"/>
          <p:cNvSpPr txBox="1"/>
          <p:nvPr/>
        </p:nvSpPr>
        <p:spPr>
          <a:xfrm>
            <a:off x="10864850" y="6316662"/>
            <a:ext cx="1444625" cy="2862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zh-CN" altLang="en-US" sz="7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卢振老师</a:t>
            </a:r>
            <a:endParaRPr lang="en-US" altLang="zh-CN" sz="7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defRPr/>
            </a:pPr>
            <a:r>
              <a:rPr lang="en-US" altLang="zh-CN" sz="7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139-2828-8412</a:t>
            </a:r>
            <a:endParaRPr lang="zh-CN" altLang="en-US" sz="7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: 圆角 11"/>
          <p:cNvSpPr/>
          <p:nvPr>
            <p:custDataLst>
              <p:tags r:id="rId4"/>
            </p:custDataLst>
          </p:nvPr>
        </p:nvSpPr>
        <p:spPr>
          <a:xfrm>
            <a:off x="3133725" y="2522538"/>
            <a:ext cx="1658938" cy="577850"/>
          </a:xfrm>
          <a:prstGeom prst="roundRect">
            <a:avLst>
              <a:gd name="adj" fmla="val 12391"/>
            </a:avLst>
          </a:prstGeom>
          <a:solidFill>
            <a:schemeClr val="tx1">
              <a:alpha val="57001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sz="3200" dirty="0"/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3170238" y="2557463"/>
            <a:ext cx="1597025" cy="508000"/>
          </a:xfrm>
          <a:prstGeom prst="rect">
            <a:avLst/>
          </a:prstGeom>
          <a:noFill/>
        </p:spPr>
        <p:txBody>
          <a:bodyPr>
            <a:spAutoFit/>
          </a:bodyPr>
          <a:lstStyle>
            <a:defPPr>
              <a:defRPr lang="en-US"/>
            </a:defPPr>
            <a:lvl1pPr algn="ctr"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造字工房尚雅（非商用）常规体" pitchFamily="50" charset="-122"/>
                <a:ea typeface="造字工房尚雅（非商用）常规体" pitchFamily="50" charset="-122"/>
                <a:cs typeface="阿里巴巴普惠体 B" panose="00020600040101010101" pitchFamily="18" charset="-122"/>
              </a:defRPr>
            </a:lvl1pPr>
          </a:lstStyle>
          <a:p>
            <a:pPr algn="l" eaLnBrk="1" hangingPunct="1">
              <a:defRPr/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H" panose="00020600040101010101" pitchFamily="18" charset="-122"/>
                <a:sym typeface="Calibri" panose="020F0502020204030204" pitchFamily="34" charset="0"/>
              </a:rPr>
              <a:t>卢 振</a:t>
            </a:r>
            <a:endParaRPr lang="en-US" altLang="zh-CN" sz="700" dirty="0">
              <a:solidFill>
                <a:schemeClr val="bg1"/>
              </a:solidFill>
              <a:latin typeface="Microsoft YaHei Light" panose="020B0503020204020204" pitchFamily="34" charset="-122"/>
              <a:ea typeface="Microsoft YaHei Light" panose="020B0503020204020204" pitchFamily="34" charset="-122"/>
              <a:cs typeface="阿里巴巴普惠体 H" panose="00020600040101010101" pitchFamily="18" charset="-122"/>
              <a:sym typeface="Calibri" panose="020F0502020204030204" pitchFamily="34" charset="0"/>
            </a:endParaRPr>
          </a:p>
          <a:p>
            <a:pPr algn="l" eaLnBrk="1" hangingPunct="1">
              <a:defRPr/>
            </a:pPr>
            <a:r>
              <a:rPr lang="zh-CN" altLang="en-US" sz="1100" kern="0" dirty="0">
                <a:solidFill>
                  <a:schemeClr val="bg1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真佳咨询董事长</a:t>
            </a:r>
            <a:r>
              <a:rPr lang="en-US" altLang="zh-CN" sz="1100" kern="0" dirty="0">
                <a:solidFill>
                  <a:schemeClr val="bg1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&amp;CEO</a:t>
            </a:r>
            <a:endParaRPr lang="en-US" altLang="zh-CN" sz="1100" kern="0" dirty="0">
              <a:solidFill>
                <a:schemeClr val="bg1"/>
              </a:solidFill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</p:txBody>
      </p:sp>
      <p:grpSp>
        <p:nvGrpSpPr>
          <p:cNvPr id="9" name="组合 11"/>
          <p:cNvGrpSpPr/>
          <p:nvPr/>
        </p:nvGrpSpPr>
        <p:grpSpPr bwMode="auto">
          <a:xfrm>
            <a:off x="2903538" y="2751138"/>
            <a:ext cx="119062" cy="119062"/>
            <a:chOff x="10805212" y="3587671"/>
            <a:chExt cx="119147" cy="119147"/>
          </a:xfrm>
        </p:grpSpPr>
        <p:sp>
          <p:nvSpPr>
            <p:cNvPr id="15" name="椭圆 14"/>
            <p:cNvSpPr/>
            <p:nvPr/>
          </p:nvSpPr>
          <p:spPr>
            <a:xfrm>
              <a:off x="10805212" y="3587671"/>
              <a:ext cx="119147" cy="11914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kumimoji="1"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10830630" y="3613089"/>
              <a:ext cx="68311" cy="68311"/>
            </a:xfrm>
            <a:prstGeom prst="ellipse">
              <a:avLst/>
            </a:prstGeom>
            <a:solidFill>
              <a:schemeClr val="tx1">
                <a:alpha val="35819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 sz="320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660537" y="928399"/>
            <a:ext cx="108709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总目录</a:t>
            </a:r>
            <a:endParaRPr kumimoji="1"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kumimoji="1" lang="en-GB" altLang="zh-CN" sz="1000" dirty="0">
                <a:solidFill>
                  <a:schemeClr val="bg1">
                    <a:lumMod val="6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Table of Contents</a:t>
            </a:r>
            <a:endParaRPr lang="zh-CN" altLang="en-US" sz="1000" dirty="0">
              <a:solidFill>
                <a:srgbClr val="C00000"/>
              </a:solidFill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513772" y="2434361"/>
            <a:ext cx="116378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b="1" i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章节名称</a:t>
            </a:r>
            <a:endParaRPr kumimoji="1" lang="en-US" altLang="zh-CN" sz="1600" b="1" i="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kumimoji="1" lang="zh-CN" altLang="en-US" sz="8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章节英文名</a:t>
            </a:r>
            <a:endParaRPr kumimoji="1" lang="zh-CN" altLang="en-US" sz="800" b="0" i="0" dirty="0">
              <a:solidFill>
                <a:schemeClr val="tx1">
                  <a:lumMod val="75000"/>
                  <a:lumOff val="25000"/>
                </a:schemeClr>
              </a:solidFill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5513705" y="2205355"/>
            <a:ext cx="948690" cy="414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 </a:t>
            </a:r>
            <a:endParaRPr lang="zh-CN" altLang="en-US" sz="1400" dirty="0"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0" y="2200910"/>
            <a:ext cx="9751060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zh-CN" altLang="en-US" sz="6000" b="1" i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章节名称</a:t>
            </a:r>
            <a:endParaRPr kumimoji="1" lang="en-US" altLang="zh-CN" sz="6000" b="1" i="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/>
            <a:r>
              <a:rPr kumimoji="1" lang="zh-CN" altLang="en-US" sz="28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章节英文名称</a:t>
            </a:r>
            <a:endParaRPr kumimoji="1" lang="zh-CN" altLang="en-US" sz="2800" b="0" i="0" dirty="0">
              <a:solidFill>
                <a:schemeClr val="tx1">
                  <a:lumMod val="75000"/>
                  <a:lumOff val="25000"/>
                </a:schemeClr>
              </a:solidFill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64845" y="124206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kumimoji="1"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标题 </a:t>
            </a:r>
            <a:endParaRPr kumimoji="1" lang="en-US" altLang="zh-CN" dirty="0">
              <a:solidFill>
                <a:schemeClr val="bg1">
                  <a:lumMod val="65000"/>
                </a:schemeClr>
              </a:solidFill>
              <a:latin typeface="Microsoft YaHei Light" panose="020B0503020204020204" pitchFamily="34" charset="-122"/>
              <a:ea typeface="Microsoft YaHei Light" panose="020B0503020204020204" pitchFamily="3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64845" y="1708785"/>
            <a:ext cx="10805160" cy="45466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r>
              <a:rPr kumimoji="1"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文字内容或图片</a:t>
            </a:r>
            <a:br>
              <a:rPr kumimoji="1"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endParaRPr kumimoji="1"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3"/>
          <p:cNvSpPr txBox="1">
            <a:spLocks noChangeArrowheads="1"/>
          </p:cNvSpPr>
          <p:nvPr/>
        </p:nvSpPr>
        <p:spPr bwMode="auto">
          <a:xfrm>
            <a:off x="934835" y="2718705"/>
            <a:ext cx="5027908" cy="9226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任何的限制，都是从自己的内心开始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  <a:p>
            <a:pPr algn="l"/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所有重大的突破都是来自打破旧的思考方式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  <a:p>
            <a:r>
              <a:rPr lang="en-US" altLang="zh-CN" sz="800" dirty="0">
                <a:solidFill>
                  <a:schemeClr val="bg1">
                    <a:lumMod val="7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Any limitation starts from your own heart</a:t>
            </a:r>
            <a:endParaRPr lang="en-US" altLang="zh-CN" sz="800" dirty="0">
              <a:solidFill>
                <a:schemeClr val="bg1">
                  <a:lumMod val="75000"/>
                </a:schemeClr>
              </a:solidFill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  <a:p>
            <a:r>
              <a:rPr lang="en-US" altLang="zh-CN" sz="800" dirty="0">
                <a:solidFill>
                  <a:schemeClr val="bg1">
                    <a:lumMod val="7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All major breakthroughs come from breaking old ways of thinking</a:t>
            </a:r>
            <a:endParaRPr lang="en-US" altLang="zh-CN" sz="800" dirty="0">
              <a:solidFill>
                <a:schemeClr val="bg1">
                  <a:lumMod val="75000"/>
                </a:schemeClr>
              </a:solidFill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6154792" y="2838455"/>
            <a:ext cx="5387785" cy="553600"/>
            <a:chOff x="2835651" y="3055265"/>
            <a:chExt cx="4380742" cy="450125"/>
          </a:xfrm>
        </p:grpSpPr>
        <p:sp>
          <p:nvSpPr>
            <p:cNvPr id="8" name="文本框 7"/>
            <p:cNvSpPr txBox="1"/>
            <p:nvPr/>
          </p:nvSpPr>
          <p:spPr>
            <a:xfrm>
              <a:off x="3514204" y="3055266"/>
              <a:ext cx="3702189" cy="45012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 kumimoji="1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广东真佳企业管理咨询有限公司</a:t>
              </a:r>
              <a:endPara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algn="l"/>
              <a:r>
                <a:rPr lang="zh-CN" altLang="en-US" sz="1000" b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crosoft YaHei Light" panose="020B0503020204020204" pitchFamily="34" charset="-122"/>
                  <a:ea typeface="Microsoft YaHei Light" panose="020B0503020204020204" pitchFamily="34" charset="-122"/>
                </a:rPr>
                <a:t>Guangdong Zhenjia Enterprise Management Consulting Co., Ltd.</a:t>
              </a:r>
              <a:r>
                <a:rPr lang="zh-CN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endPara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pic>
          <p:nvPicPr>
            <p:cNvPr id="9" name="图片 8" descr="IMG_2662"/>
            <p:cNvPicPr>
              <a:picLocks noChangeAspect="1" noChangeArrowheads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801" t="16200" r="31934" b="41629"/>
            <a:stretch>
              <a:fillRect/>
            </a:stretch>
          </p:blipFill>
          <p:spPr bwMode="auto">
            <a:xfrm>
              <a:off x="2835651" y="3055265"/>
              <a:ext cx="801857" cy="4501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4" name="直线连接符 3"/>
          <p:cNvCxnSpPr/>
          <p:nvPr/>
        </p:nvCxnSpPr>
        <p:spPr>
          <a:xfrm>
            <a:off x="5791422" y="2838455"/>
            <a:ext cx="0" cy="590545"/>
          </a:xfrm>
          <a:prstGeom prst="line">
            <a:avLst/>
          </a:prstGeom>
          <a:ln w="9525" cap="rnd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母版0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333</Words>
  <Application>WPS 演示</Application>
  <PresentationFormat>宽屏</PresentationFormat>
  <Paragraphs>34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</vt:i4>
      </vt:variant>
    </vt:vector>
  </HeadingPairs>
  <TitlesOfParts>
    <vt:vector size="31" baseType="lpstr">
      <vt:lpstr>Arial</vt:lpstr>
      <vt:lpstr>宋体</vt:lpstr>
      <vt:lpstr>Wingdings</vt:lpstr>
      <vt:lpstr>Microsoft YaHei Light</vt:lpstr>
      <vt:lpstr>苹方-简</vt:lpstr>
      <vt:lpstr>阿里巴巴普惠体 H</vt:lpstr>
      <vt:lpstr>Calibri Light</vt:lpstr>
      <vt:lpstr>微软雅黑</vt:lpstr>
      <vt:lpstr>汉仪旗黑</vt:lpstr>
      <vt:lpstr>造字工房尚雅（非商用）常规体</vt:lpstr>
      <vt:lpstr>阿里巴巴普惠体 B</vt:lpstr>
      <vt:lpstr>Calibri</vt:lpstr>
      <vt:lpstr>等线</vt:lpstr>
      <vt:lpstr>汉仪中等线KW</vt:lpstr>
      <vt:lpstr>宋体</vt:lpstr>
      <vt:lpstr>Arial Unicode MS</vt:lpstr>
      <vt:lpstr>Helvetica Neue</vt:lpstr>
      <vt:lpstr>等线 Light</vt:lpstr>
      <vt:lpstr>汉仪书宋二KW</vt:lpstr>
      <vt:lpstr>Microsoft YaHei Light</vt:lpstr>
      <vt:lpstr>Wingdings</vt:lpstr>
      <vt:lpstr>微软雅黑</vt:lpstr>
      <vt:lpstr>阿里巴巴普惠体 B</vt:lpstr>
      <vt:lpstr>阿里巴巴普惠体 H</vt:lpstr>
      <vt:lpstr>Office 主题​​</vt:lpstr>
      <vt:lpstr>母版0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e45064</dc:creator>
  <cp:lastModifiedBy>刘康</cp:lastModifiedBy>
  <cp:revision>92</cp:revision>
  <dcterms:created xsi:type="dcterms:W3CDTF">2026-03-31T02:53:59Z</dcterms:created>
  <dcterms:modified xsi:type="dcterms:W3CDTF">2026-03-31T02:53:59Z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C17FD4FF4E603A6CF08FAE69A94D7EF5_42</vt:lpwstr>
  </property>
  <property fmtid="{D5CDD505-2E9C-101B-9397-08002B2CF9AE}" pid="3" name="KSOProductBuildVer">
    <vt:lpwstr>2052-12.1.25205.25205</vt:lpwstr>
  </property>
</Properties>
</file>